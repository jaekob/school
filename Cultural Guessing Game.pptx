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Instrument Sans SemiBold"/>
      <p:regular r:id="rId22"/>
      <p:bold r:id="rId23"/>
      <p:italic r:id="rId24"/>
      <p:boldItalic r:id="rId25"/>
    </p:embeddedFont>
    <p:embeddedFont>
      <p:font typeface="Instrument Sans Medium"/>
      <p:regular r:id="rId26"/>
      <p:bold r:id="rId27"/>
      <p:italic r:id="rId28"/>
      <p:boldItalic r:id="rId29"/>
    </p:embeddedFont>
    <p:embeddedFont>
      <p:font typeface="Instrument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strumentSans-bold.fntdata"/><Relationship Id="rId30" Type="http://schemas.openxmlformats.org/officeDocument/2006/relationships/font" Target="fonts/InstrumentSans-regular.fntdata"/><Relationship Id="rId33" Type="http://schemas.openxmlformats.org/officeDocument/2006/relationships/font" Target="fonts/InstrumentSans-boldItalic.fntdata"/><Relationship Id="rId32" Type="http://schemas.openxmlformats.org/officeDocument/2006/relationships/font" Target="fonts/InstrumentSans-italic.fntdata"/><Relationship Id="rId20" Type="http://schemas.openxmlformats.org/officeDocument/2006/relationships/slide" Target="slides/slide14.xml"/><Relationship Id="rId22" Type="http://schemas.openxmlformats.org/officeDocument/2006/relationships/font" Target="fonts/InstrumentSans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InstrumentSansSemiBold-italic.fntdata"/><Relationship Id="rId23" Type="http://schemas.openxmlformats.org/officeDocument/2006/relationships/font" Target="fonts/InstrumentSansSemiBold-bold.fntdata"/><Relationship Id="rId26" Type="http://schemas.openxmlformats.org/officeDocument/2006/relationships/font" Target="fonts/InstrumentSansMedium-regular.fntdata"/><Relationship Id="rId25" Type="http://schemas.openxmlformats.org/officeDocument/2006/relationships/font" Target="fonts/InstrumentSansSemiBold-boldItalic.fntdata"/><Relationship Id="rId28" Type="http://schemas.openxmlformats.org/officeDocument/2006/relationships/font" Target="fonts/InstrumentSansMedium-italic.fntdata"/><Relationship Id="rId27" Type="http://schemas.openxmlformats.org/officeDocument/2006/relationships/font" Target="fonts/InstrumentSansMedium-bold.fntdata"/><Relationship Id="rId29" Type="http://schemas.openxmlformats.org/officeDocument/2006/relationships/font" Target="fonts/InstrumentSans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b99b616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b99b616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b99b61639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b99b61639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b99b61639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eb99b61639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eb99b61639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eb99b61639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b99b61639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eb99b61639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eb99b61639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eb99b61639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eb99b61639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eb99b61639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eb99b61639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eb99b61639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b99b61639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eb99b61639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b99b61639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eb99b61639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b99b61639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eb99b61639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b99b61639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eb99b61639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b99b61639_0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eb99b61639_0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eb99b61639_0_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eb99b61639_0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eb99b61639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eb99b61639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57" name="Google Shape;57;p14"/>
          <p:cNvPicPr preferRelativeResize="0"/>
          <p:nvPr/>
        </p:nvPicPr>
        <p:blipFill rotWithShape="1">
          <a:blip r:embed="rId2">
            <a:alphaModFix/>
          </a:blip>
          <a:srcRect b="23378" l="26958" r="35833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58" name="Google Shape;58;p14"/>
          <p:cNvPicPr preferRelativeResize="0"/>
          <p:nvPr/>
        </p:nvPicPr>
        <p:blipFill rotWithShape="1">
          <a:blip r:embed="rId3">
            <a:alphaModFix/>
          </a:blip>
          <a:srcRect b="1225" l="28621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69" name="Google Shape;69;p15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70" name="Google Shape;70;p15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5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" name="Google Shape;75;p16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80" name="Google Shape;80;p16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6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7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9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0" name="Google Shape;130;p19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19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9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9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2" name="Google Shape;152;p20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3" name="Google Shape;153;p20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20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7" name="Google Shape;157;p20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8" name="Google Shape;158;p20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2" name="Google Shape;172;p2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22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4" name="Google Shape;194;p25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5" name="Google Shape;195;p2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25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7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4" name="Google Shape;214;p28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215" name="Google Shape;215;p28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1" name="Google Shape;221;p28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2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4" name="Google Shape;234;p29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0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47" name="Google Shape;247;p30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0" name="Google Shape;250;p30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3" name="Google Shape;253;p30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3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9" name="Google Shape;259;p3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1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1" name="Google Shape;261;p31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2" name="Google Shape;262;p31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4" name="Google Shape;264;p31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7" name="Google Shape;267;p31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269" name="Google Shape;269;p31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3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4" name="Google Shape;274;p3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6" name="Google Shape;276;p32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7" name="Google Shape;277;p32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8" name="Google Shape;278;p32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0" name="Google Shape;290;p32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1" name="Google Shape;291;p32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3" name="Google Shape;293;p32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4" name="Google Shape;294;p32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7" name="Google Shape;297;p33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98" name="Google Shape;298;p33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9" name="Google Shape;299;p33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0" name="Google Shape;300;p33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01" name="Google Shape;301;p33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2" name="Google Shape;302;p3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3" name="Google Shape;303;p33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33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5" name="Google Shape;305;p33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6" name="Google Shape;306;p33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0" name="Google Shape;310;p33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1" name="Google Shape;311;p33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4" name="Google Shape;314;p34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5" name="Google Shape;315;p34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6" name="Google Shape;316;p3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7" name="Google Shape;317;p34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8" name="Google Shape;318;p34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34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3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7" name="Google Shape;327;p35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28" name="Google Shape;328;p3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3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3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9" name="Google Shape;339;p37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0" name="Google Shape;340;p37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1" name="Google Shape;341;p37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3" name="Google Shape;343;p37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4" name="Google Shape;344;p37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5" name="Google Shape;345;p37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6" name="Google Shape;346;p37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47" name="Google Shape;347;p37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8" name="Google Shape;348;p37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51" name="Google Shape;351;p38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38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3" name="Google Shape;353;p38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354" name="Google Shape;354;p38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55" name="Google Shape;355;p38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6" name="Google Shape;356;p38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7" name="Google Shape;357;p38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8" name="Google Shape;358;p38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2" name="Google Shape;362;p39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3" name="Google Shape;363;p39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4" name="Google Shape;364;p39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65" name="Google Shape;365;p39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6" name="Google Shape;366;p39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7" name="Google Shape;367;p39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39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9" name="Google Shape;369;p3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2" name="Google Shape;372;p4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0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4" name="Google Shape;374;p40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6" name="Google Shape;376;p40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78" name="Google Shape;378;p40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0" name="Google Shape;380;p40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1" name="Google Shape;381;p40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41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5" name="Google Shape;385;p4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6" name="Google Shape;386;p41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7" name="Google Shape;387;p41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41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89" name="Google Shape;389;p41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0" name="Google Shape;390;p41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41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2" name="Google Shape;392;p41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3" name="Google Shape;393;p41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5" name="Google Shape;395;p41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6" name="Google Shape;396;p41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41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8" name="Google Shape;398;p41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9" name="Google Shape;399;p4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02" name="Google Shape;402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16" name="Google Shape;416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21" name="Google Shape;421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2" name="Google Shape;422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27" name="Google Shape;427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3" name="Google Shape;443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0" name="Google Shape;450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1" name="Google Shape;451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7" name="Google Shape;457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8" name="Google Shape;458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1" name="Google Shape;461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4" name="Google Shape;474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5" name="Google Shape;475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1" name="Google Shape;481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3" name="Google Shape;48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4" name="Google Shape;484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5" name="Google Shape;485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6" name="Google Shape;486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7" name="Google Shape;497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/>
          <p:nvPr/>
        </p:nvSpPr>
        <p:spPr>
          <a:xfrm>
            <a:off x="284700" y="4434600"/>
            <a:ext cx="18480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Tsukuno JHS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5" name="Google Shape;505;p63"/>
          <p:cNvSpPr/>
          <p:nvPr/>
        </p:nvSpPr>
        <p:spPr>
          <a:xfrm>
            <a:off x="2132824" y="4434600"/>
            <a:ext cx="1293600" cy="4227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3rd Grade</a:t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506" name="Google Shape;506;p63"/>
          <p:cNvSpPr txBox="1"/>
          <p:nvPr>
            <p:ph type="title"/>
          </p:nvPr>
        </p:nvSpPr>
        <p:spPr>
          <a:xfrm>
            <a:off x="291800" y="465200"/>
            <a:ext cx="5666400" cy="235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Cultural Guessing Game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/>
          <p:nvPr/>
        </p:nvSpPr>
        <p:spPr>
          <a:xfrm>
            <a:off x="249150" y="9468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2" name="Google Shape;512;p64"/>
          <p:cNvSpPr txBox="1"/>
          <p:nvPr>
            <p:ph idx="3" type="body"/>
          </p:nvPr>
        </p:nvSpPr>
        <p:spPr>
          <a:xfrm>
            <a:off x="1281450" y="11010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used to create art by folding paper.</a:t>
            </a:r>
            <a:endParaRPr sz="1700"/>
          </a:p>
        </p:txBody>
      </p:sp>
      <p:sp>
        <p:nvSpPr>
          <p:cNvPr id="513" name="Google Shape;513;p64"/>
          <p:cNvSpPr txBox="1"/>
          <p:nvPr>
            <p:ph type="title"/>
          </p:nvPr>
        </p:nvSpPr>
        <p:spPr>
          <a:xfrm>
            <a:off x="2946475" y="0"/>
            <a:ext cx="3366000" cy="7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Quiz #1</a:t>
            </a:r>
            <a:endParaRPr sz="4800">
              <a:highlight>
                <a:schemeClr val="accent2"/>
              </a:highlight>
            </a:endParaRPr>
          </a:p>
        </p:txBody>
      </p:sp>
      <p:sp>
        <p:nvSpPr>
          <p:cNvPr id="514" name="Google Shape;514;p64"/>
          <p:cNvSpPr txBox="1"/>
          <p:nvPr>
            <p:ph idx="14" type="subTitle"/>
          </p:nvPr>
        </p:nvSpPr>
        <p:spPr>
          <a:xfrm>
            <a:off x="249150" y="10701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1: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5" name="Google Shape;515;p64"/>
          <p:cNvSpPr/>
          <p:nvPr/>
        </p:nvSpPr>
        <p:spPr>
          <a:xfrm>
            <a:off x="249150" y="17544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6" name="Google Shape;516;p64"/>
          <p:cNvSpPr txBox="1"/>
          <p:nvPr>
            <p:ph idx="3" type="body"/>
          </p:nvPr>
        </p:nvSpPr>
        <p:spPr>
          <a:xfrm>
            <a:off x="1281450" y="19086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get square paper for this art.</a:t>
            </a:r>
            <a:endParaRPr sz="1700"/>
          </a:p>
        </p:txBody>
      </p:sp>
      <p:sp>
        <p:nvSpPr>
          <p:cNvPr id="517" name="Google Shape;517;p64"/>
          <p:cNvSpPr txBox="1"/>
          <p:nvPr>
            <p:ph idx="14" type="subTitle"/>
          </p:nvPr>
        </p:nvSpPr>
        <p:spPr>
          <a:xfrm>
            <a:off x="249150" y="18777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2: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8" name="Google Shape;518;p64"/>
          <p:cNvSpPr/>
          <p:nvPr/>
        </p:nvSpPr>
        <p:spPr>
          <a:xfrm>
            <a:off x="249150" y="25620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19" name="Google Shape;519;p64"/>
          <p:cNvSpPr txBox="1"/>
          <p:nvPr>
            <p:ph idx="3" type="body"/>
          </p:nvPr>
        </p:nvSpPr>
        <p:spPr>
          <a:xfrm>
            <a:off x="1281450" y="27162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buy the paper at stationary store.</a:t>
            </a:r>
            <a:endParaRPr sz="1700"/>
          </a:p>
        </p:txBody>
      </p:sp>
      <p:sp>
        <p:nvSpPr>
          <p:cNvPr id="520" name="Google Shape;520;p64"/>
          <p:cNvSpPr txBox="1"/>
          <p:nvPr>
            <p:ph idx="14" type="subTitle"/>
          </p:nvPr>
        </p:nvSpPr>
        <p:spPr>
          <a:xfrm>
            <a:off x="249150" y="26853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3: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1" name="Google Shape;521;p64"/>
          <p:cNvSpPr/>
          <p:nvPr/>
        </p:nvSpPr>
        <p:spPr>
          <a:xfrm>
            <a:off x="249150" y="3369625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2" name="Google Shape;522;p64"/>
          <p:cNvSpPr txBox="1"/>
          <p:nvPr>
            <p:ph idx="3" type="body"/>
          </p:nvPr>
        </p:nvSpPr>
        <p:spPr>
          <a:xfrm>
            <a:off x="1281450" y="35238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 crane is a famous symbol of this art</a:t>
            </a:r>
            <a:endParaRPr sz="1700"/>
          </a:p>
        </p:txBody>
      </p:sp>
      <p:sp>
        <p:nvSpPr>
          <p:cNvPr id="523" name="Google Shape;523;p64"/>
          <p:cNvSpPr txBox="1"/>
          <p:nvPr>
            <p:ph idx="14" type="subTitle"/>
          </p:nvPr>
        </p:nvSpPr>
        <p:spPr>
          <a:xfrm>
            <a:off x="249150" y="34929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4: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4" name="Google Shape;524;p64"/>
          <p:cNvSpPr/>
          <p:nvPr/>
        </p:nvSpPr>
        <p:spPr>
          <a:xfrm>
            <a:off x="249150" y="41772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25" name="Google Shape;525;p64"/>
          <p:cNvSpPr txBox="1"/>
          <p:nvPr>
            <p:ph idx="3" type="body"/>
          </p:nvPr>
        </p:nvSpPr>
        <p:spPr>
          <a:xfrm>
            <a:off x="1281450" y="43314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make cubes, animals, and household objects with this art.</a:t>
            </a:r>
            <a:endParaRPr sz="1700"/>
          </a:p>
        </p:txBody>
      </p:sp>
      <p:sp>
        <p:nvSpPr>
          <p:cNvPr id="526" name="Google Shape;526;p64"/>
          <p:cNvSpPr txBox="1"/>
          <p:nvPr>
            <p:ph idx="14" type="subTitle"/>
          </p:nvPr>
        </p:nvSpPr>
        <p:spPr>
          <a:xfrm>
            <a:off x="249150" y="43005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5: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5"/>
          <p:cNvSpPr txBox="1"/>
          <p:nvPr>
            <p:ph type="title"/>
          </p:nvPr>
        </p:nvSpPr>
        <p:spPr>
          <a:xfrm>
            <a:off x="284700" y="166500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latin typeface="Instrument Sans"/>
                <a:ea typeface="Instrument Sans"/>
                <a:cs typeface="Instrument Sans"/>
                <a:sym typeface="Instrument Sans"/>
              </a:rPr>
              <a:t>origami</a:t>
            </a:r>
            <a:endParaRPr b="1" sz="6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replace this with an origami crane" id="532" name="Google Shape;53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200" y="103269"/>
            <a:ext cx="487680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5"/>
          <p:cNvSpPr txBox="1"/>
          <p:nvPr>
            <p:ph type="title"/>
          </p:nvPr>
        </p:nvSpPr>
        <p:spPr>
          <a:xfrm>
            <a:off x="437100" y="6271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It is called…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6"/>
          <p:cNvSpPr/>
          <p:nvPr/>
        </p:nvSpPr>
        <p:spPr>
          <a:xfrm>
            <a:off x="249150" y="9468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9" name="Google Shape;539;p66"/>
          <p:cNvSpPr txBox="1"/>
          <p:nvPr>
            <p:ph idx="3" type="body"/>
          </p:nvPr>
        </p:nvSpPr>
        <p:spPr>
          <a:xfrm>
            <a:off x="1281450" y="11010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used when </a:t>
            </a:r>
            <a:r>
              <a:rPr lang="en" sz="1700"/>
              <a:t>elementary students go to school</a:t>
            </a:r>
            <a:endParaRPr sz="1700"/>
          </a:p>
        </p:txBody>
      </p:sp>
      <p:sp>
        <p:nvSpPr>
          <p:cNvPr id="540" name="Google Shape;540;p66"/>
          <p:cNvSpPr txBox="1"/>
          <p:nvPr>
            <p:ph type="title"/>
          </p:nvPr>
        </p:nvSpPr>
        <p:spPr>
          <a:xfrm>
            <a:off x="2946475" y="0"/>
            <a:ext cx="3366000" cy="7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Quiz #2</a:t>
            </a:r>
            <a:endParaRPr sz="4800">
              <a:highlight>
                <a:schemeClr val="accent2"/>
              </a:highlight>
            </a:endParaRPr>
          </a:p>
        </p:txBody>
      </p:sp>
      <p:sp>
        <p:nvSpPr>
          <p:cNvPr id="541" name="Google Shape;541;p66"/>
          <p:cNvSpPr txBox="1"/>
          <p:nvPr>
            <p:ph idx="14" type="subTitle"/>
          </p:nvPr>
        </p:nvSpPr>
        <p:spPr>
          <a:xfrm>
            <a:off x="249150" y="10701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1: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2" name="Google Shape;542;p66"/>
          <p:cNvSpPr/>
          <p:nvPr/>
        </p:nvSpPr>
        <p:spPr>
          <a:xfrm>
            <a:off x="249150" y="17544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3" name="Google Shape;543;p66"/>
          <p:cNvSpPr txBox="1"/>
          <p:nvPr>
            <p:ph idx="3" type="body"/>
          </p:nvPr>
        </p:nvSpPr>
        <p:spPr>
          <a:xfrm>
            <a:off x="1281450" y="19086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buy at department store.</a:t>
            </a:r>
            <a:endParaRPr sz="1700"/>
          </a:p>
        </p:txBody>
      </p:sp>
      <p:sp>
        <p:nvSpPr>
          <p:cNvPr id="544" name="Google Shape;544;p66"/>
          <p:cNvSpPr txBox="1"/>
          <p:nvPr>
            <p:ph idx="14" type="subTitle"/>
          </p:nvPr>
        </p:nvSpPr>
        <p:spPr>
          <a:xfrm>
            <a:off x="249150" y="18777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2: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5" name="Google Shape;545;p66"/>
          <p:cNvSpPr/>
          <p:nvPr/>
        </p:nvSpPr>
        <p:spPr>
          <a:xfrm>
            <a:off x="249150" y="25620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6" name="Google Shape;546;p66"/>
          <p:cNvSpPr txBox="1"/>
          <p:nvPr>
            <p:ph idx="3" type="body"/>
          </p:nvPr>
        </p:nvSpPr>
        <p:spPr>
          <a:xfrm>
            <a:off x="1281450" y="27162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get many different colors.</a:t>
            </a:r>
            <a:endParaRPr sz="1700"/>
          </a:p>
        </p:txBody>
      </p:sp>
      <p:sp>
        <p:nvSpPr>
          <p:cNvPr id="547" name="Google Shape;547;p66"/>
          <p:cNvSpPr txBox="1"/>
          <p:nvPr>
            <p:ph idx="14" type="subTitle"/>
          </p:nvPr>
        </p:nvSpPr>
        <p:spPr>
          <a:xfrm>
            <a:off x="249150" y="26853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3: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8" name="Google Shape;548;p66"/>
          <p:cNvSpPr/>
          <p:nvPr/>
        </p:nvSpPr>
        <p:spPr>
          <a:xfrm>
            <a:off x="249150" y="3369625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49" name="Google Shape;549;p66"/>
          <p:cNvSpPr txBox="1"/>
          <p:nvPr>
            <p:ph idx="3" type="body"/>
          </p:nvPr>
        </p:nvSpPr>
        <p:spPr>
          <a:xfrm>
            <a:off x="1281450" y="35238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very strong and expensive</a:t>
            </a:r>
            <a:endParaRPr sz="1700"/>
          </a:p>
        </p:txBody>
      </p:sp>
      <p:sp>
        <p:nvSpPr>
          <p:cNvPr id="550" name="Google Shape;550;p66"/>
          <p:cNvSpPr txBox="1"/>
          <p:nvPr>
            <p:ph idx="14" type="subTitle"/>
          </p:nvPr>
        </p:nvSpPr>
        <p:spPr>
          <a:xfrm>
            <a:off x="249150" y="34929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4: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1" name="Google Shape;551;p66"/>
          <p:cNvSpPr/>
          <p:nvPr/>
        </p:nvSpPr>
        <p:spPr>
          <a:xfrm>
            <a:off x="249150" y="41772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52" name="Google Shape;552;p66"/>
          <p:cNvSpPr txBox="1"/>
          <p:nvPr>
            <p:ph idx="3" type="body"/>
          </p:nvPr>
        </p:nvSpPr>
        <p:spPr>
          <a:xfrm>
            <a:off x="1281450" y="43314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Children can carry heavy books inside of it.</a:t>
            </a:r>
            <a:endParaRPr sz="1700"/>
          </a:p>
        </p:txBody>
      </p:sp>
      <p:sp>
        <p:nvSpPr>
          <p:cNvPr id="553" name="Google Shape;553;p66"/>
          <p:cNvSpPr txBox="1"/>
          <p:nvPr>
            <p:ph idx="14" type="subTitle"/>
          </p:nvPr>
        </p:nvSpPr>
        <p:spPr>
          <a:xfrm>
            <a:off x="249150" y="43005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5: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7"/>
          <p:cNvSpPr txBox="1"/>
          <p:nvPr>
            <p:ph type="title"/>
          </p:nvPr>
        </p:nvSpPr>
        <p:spPr>
          <a:xfrm>
            <a:off x="284700" y="1665000"/>
            <a:ext cx="37815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latin typeface="Instrument Sans"/>
                <a:ea typeface="Instrument Sans"/>
                <a:cs typeface="Instrument Sans"/>
                <a:sym typeface="Instrument Sans"/>
              </a:rPr>
              <a:t>randoseru</a:t>
            </a:r>
            <a:endParaRPr b="1" sz="5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59" name="Google Shape;559;p67"/>
          <p:cNvPicPr preferRelativeResize="0"/>
          <p:nvPr/>
        </p:nvPicPr>
        <p:blipFill rotWithShape="1">
          <a:blip r:embed="rId3">
            <a:alphaModFix/>
          </a:blip>
          <a:srcRect b="0" l="12059" r="12051" t="0"/>
          <a:stretch/>
        </p:blipFill>
        <p:spPr>
          <a:xfrm>
            <a:off x="4144200" y="103269"/>
            <a:ext cx="4876800" cy="48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67"/>
          <p:cNvSpPr txBox="1"/>
          <p:nvPr>
            <p:ph type="title"/>
          </p:nvPr>
        </p:nvSpPr>
        <p:spPr>
          <a:xfrm>
            <a:off x="437100" y="6271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It is called…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/>
          <p:nvPr/>
        </p:nvSpPr>
        <p:spPr>
          <a:xfrm>
            <a:off x="249150" y="9468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6" name="Google Shape;566;p68"/>
          <p:cNvSpPr txBox="1"/>
          <p:nvPr>
            <p:ph idx="3" type="body"/>
          </p:nvPr>
        </p:nvSpPr>
        <p:spPr>
          <a:xfrm>
            <a:off x="1281450" y="11010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used when you want to wrap a gift or a bottle</a:t>
            </a:r>
            <a:r>
              <a:rPr lang="en" sz="1700"/>
              <a:t>.</a:t>
            </a:r>
            <a:endParaRPr sz="1700"/>
          </a:p>
        </p:txBody>
      </p:sp>
      <p:sp>
        <p:nvSpPr>
          <p:cNvPr id="567" name="Google Shape;567;p68"/>
          <p:cNvSpPr txBox="1"/>
          <p:nvPr>
            <p:ph type="title"/>
          </p:nvPr>
        </p:nvSpPr>
        <p:spPr>
          <a:xfrm>
            <a:off x="2946475" y="0"/>
            <a:ext cx="3366000" cy="7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Quiz #3</a:t>
            </a:r>
            <a:endParaRPr sz="4800">
              <a:highlight>
                <a:schemeClr val="accent2"/>
              </a:highlight>
            </a:endParaRPr>
          </a:p>
        </p:txBody>
      </p:sp>
      <p:sp>
        <p:nvSpPr>
          <p:cNvPr id="568" name="Google Shape;568;p68"/>
          <p:cNvSpPr txBox="1"/>
          <p:nvPr>
            <p:ph idx="14" type="subTitle"/>
          </p:nvPr>
        </p:nvSpPr>
        <p:spPr>
          <a:xfrm>
            <a:off x="249150" y="10701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1: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69" name="Google Shape;569;p68"/>
          <p:cNvSpPr/>
          <p:nvPr/>
        </p:nvSpPr>
        <p:spPr>
          <a:xfrm>
            <a:off x="249150" y="17544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0" name="Google Shape;570;p68"/>
          <p:cNvSpPr txBox="1"/>
          <p:nvPr>
            <p:ph idx="3" type="body"/>
          </p:nvPr>
        </p:nvSpPr>
        <p:spPr>
          <a:xfrm>
            <a:off x="1281450" y="19086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get it at a souvenir shop.</a:t>
            </a:r>
            <a:endParaRPr sz="1700"/>
          </a:p>
        </p:txBody>
      </p:sp>
      <p:sp>
        <p:nvSpPr>
          <p:cNvPr id="571" name="Google Shape;571;p68"/>
          <p:cNvSpPr txBox="1"/>
          <p:nvPr>
            <p:ph idx="14" type="subTitle"/>
          </p:nvPr>
        </p:nvSpPr>
        <p:spPr>
          <a:xfrm>
            <a:off x="249150" y="18777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2: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2" name="Google Shape;572;p68"/>
          <p:cNvSpPr/>
          <p:nvPr/>
        </p:nvSpPr>
        <p:spPr>
          <a:xfrm>
            <a:off x="249150" y="25620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3" name="Google Shape;573;p68"/>
          <p:cNvSpPr txBox="1"/>
          <p:nvPr>
            <p:ph idx="3" type="body"/>
          </p:nvPr>
        </p:nvSpPr>
        <p:spPr>
          <a:xfrm>
            <a:off x="1281450" y="27162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a square piece of cloth.</a:t>
            </a:r>
            <a:endParaRPr sz="1700"/>
          </a:p>
        </p:txBody>
      </p:sp>
      <p:sp>
        <p:nvSpPr>
          <p:cNvPr id="574" name="Google Shape;574;p68"/>
          <p:cNvSpPr txBox="1"/>
          <p:nvPr>
            <p:ph idx="14" type="subTitle"/>
          </p:nvPr>
        </p:nvSpPr>
        <p:spPr>
          <a:xfrm>
            <a:off x="249150" y="26853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3: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5" name="Google Shape;575;p68"/>
          <p:cNvSpPr/>
          <p:nvPr/>
        </p:nvSpPr>
        <p:spPr>
          <a:xfrm>
            <a:off x="249150" y="3369625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6" name="Google Shape;576;p68"/>
          <p:cNvSpPr txBox="1"/>
          <p:nvPr>
            <p:ph idx="3" type="body"/>
          </p:nvPr>
        </p:nvSpPr>
        <p:spPr>
          <a:xfrm>
            <a:off x="1281450" y="35238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has many beautiful patterns.</a:t>
            </a:r>
            <a:endParaRPr sz="1700"/>
          </a:p>
        </p:txBody>
      </p:sp>
      <p:sp>
        <p:nvSpPr>
          <p:cNvPr id="577" name="Google Shape;577;p68"/>
          <p:cNvSpPr txBox="1"/>
          <p:nvPr>
            <p:ph idx="14" type="subTitle"/>
          </p:nvPr>
        </p:nvSpPr>
        <p:spPr>
          <a:xfrm>
            <a:off x="249150" y="34929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4: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8" name="Google Shape;578;p68"/>
          <p:cNvSpPr/>
          <p:nvPr/>
        </p:nvSpPr>
        <p:spPr>
          <a:xfrm>
            <a:off x="249150" y="41772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79" name="Google Shape;579;p68"/>
          <p:cNvSpPr txBox="1"/>
          <p:nvPr>
            <p:ph idx="3" type="body"/>
          </p:nvPr>
        </p:nvSpPr>
        <p:spPr>
          <a:xfrm>
            <a:off x="1281450" y="43314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used to wrap a bento.</a:t>
            </a:r>
            <a:endParaRPr sz="1700"/>
          </a:p>
        </p:txBody>
      </p:sp>
      <p:sp>
        <p:nvSpPr>
          <p:cNvPr id="580" name="Google Shape;580;p68"/>
          <p:cNvSpPr txBox="1"/>
          <p:nvPr>
            <p:ph idx="14" type="subTitle"/>
          </p:nvPr>
        </p:nvSpPr>
        <p:spPr>
          <a:xfrm>
            <a:off x="249150" y="43005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5: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9"/>
          <p:cNvSpPr txBox="1"/>
          <p:nvPr>
            <p:ph type="title"/>
          </p:nvPr>
        </p:nvSpPr>
        <p:spPr>
          <a:xfrm>
            <a:off x="284700" y="1665000"/>
            <a:ext cx="37815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latin typeface="Instrument Sans"/>
                <a:ea typeface="Instrument Sans"/>
                <a:cs typeface="Instrument Sans"/>
                <a:sym typeface="Instrument Sans"/>
              </a:rPr>
              <a:t>furoshiki</a:t>
            </a:r>
            <a:endParaRPr b="1" sz="55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86" name="Google Shape;586;p69"/>
          <p:cNvPicPr preferRelativeResize="0"/>
          <p:nvPr/>
        </p:nvPicPr>
        <p:blipFill rotWithShape="1">
          <a:blip r:embed="rId3">
            <a:alphaModFix/>
          </a:blip>
          <a:srcRect b="0" l="12059" r="12051" t="0"/>
          <a:stretch/>
        </p:blipFill>
        <p:spPr>
          <a:xfrm>
            <a:off x="4144200" y="103269"/>
            <a:ext cx="4876800" cy="48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9"/>
          <p:cNvSpPr txBox="1"/>
          <p:nvPr>
            <p:ph type="title"/>
          </p:nvPr>
        </p:nvSpPr>
        <p:spPr>
          <a:xfrm>
            <a:off x="437100" y="6271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It is called…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0"/>
          <p:cNvSpPr/>
          <p:nvPr/>
        </p:nvSpPr>
        <p:spPr>
          <a:xfrm>
            <a:off x="249150" y="9468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3" name="Google Shape;593;p70"/>
          <p:cNvSpPr txBox="1"/>
          <p:nvPr>
            <p:ph idx="3" type="body"/>
          </p:nvPr>
        </p:nvSpPr>
        <p:spPr>
          <a:xfrm>
            <a:off x="1281450" y="11010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used to bring good luck to a shop.</a:t>
            </a:r>
            <a:endParaRPr sz="1700"/>
          </a:p>
        </p:txBody>
      </p:sp>
      <p:sp>
        <p:nvSpPr>
          <p:cNvPr id="594" name="Google Shape;594;p70"/>
          <p:cNvSpPr txBox="1"/>
          <p:nvPr>
            <p:ph type="title"/>
          </p:nvPr>
        </p:nvSpPr>
        <p:spPr>
          <a:xfrm>
            <a:off x="2946475" y="0"/>
            <a:ext cx="3366000" cy="7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Quiz #4</a:t>
            </a:r>
            <a:endParaRPr sz="4800">
              <a:highlight>
                <a:schemeClr val="accent2"/>
              </a:highlight>
            </a:endParaRPr>
          </a:p>
        </p:txBody>
      </p:sp>
      <p:sp>
        <p:nvSpPr>
          <p:cNvPr id="595" name="Google Shape;595;p70"/>
          <p:cNvSpPr txBox="1"/>
          <p:nvPr>
            <p:ph idx="14" type="subTitle"/>
          </p:nvPr>
        </p:nvSpPr>
        <p:spPr>
          <a:xfrm>
            <a:off x="249150" y="10701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1: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6" name="Google Shape;596;p70"/>
          <p:cNvSpPr/>
          <p:nvPr/>
        </p:nvSpPr>
        <p:spPr>
          <a:xfrm>
            <a:off x="249150" y="17544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7" name="Google Shape;597;p70"/>
          <p:cNvSpPr txBox="1"/>
          <p:nvPr>
            <p:ph idx="3" type="body"/>
          </p:nvPr>
        </p:nvSpPr>
        <p:spPr>
          <a:xfrm>
            <a:off x="1281450" y="19086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get it at a temple.</a:t>
            </a:r>
            <a:endParaRPr sz="1700"/>
          </a:p>
        </p:txBody>
      </p:sp>
      <p:sp>
        <p:nvSpPr>
          <p:cNvPr id="598" name="Google Shape;598;p70"/>
          <p:cNvSpPr txBox="1"/>
          <p:nvPr>
            <p:ph idx="14" type="subTitle"/>
          </p:nvPr>
        </p:nvSpPr>
        <p:spPr>
          <a:xfrm>
            <a:off x="249150" y="18777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2: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99" name="Google Shape;599;p70"/>
          <p:cNvSpPr/>
          <p:nvPr/>
        </p:nvSpPr>
        <p:spPr>
          <a:xfrm>
            <a:off x="249150" y="25620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0" name="Google Shape;600;p70"/>
          <p:cNvSpPr txBox="1"/>
          <p:nvPr>
            <p:ph idx="3" type="body"/>
          </p:nvPr>
        </p:nvSpPr>
        <p:spPr>
          <a:xfrm>
            <a:off x="1281450" y="27162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looks like a cat.</a:t>
            </a:r>
            <a:endParaRPr sz="1700"/>
          </a:p>
        </p:txBody>
      </p:sp>
      <p:sp>
        <p:nvSpPr>
          <p:cNvPr id="601" name="Google Shape;601;p70"/>
          <p:cNvSpPr txBox="1"/>
          <p:nvPr>
            <p:ph idx="14" type="subTitle"/>
          </p:nvPr>
        </p:nvSpPr>
        <p:spPr>
          <a:xfrm>
            <a:off x="249150" y="26853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3: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2" name="Google Shape;602;p70"/>
          <p:cNvSpPr/>
          <p:nvPr/>
        </p:nvSpPr>
        <p:spPr>
          <a:xfrm>
            <a:off x="249150" y="3369625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3" name="Google Shape;603;p70"/>
          <p:cNvSpPr txBox="1"/>
          <p:nvPr>
            <p:ph idx="3" type="body"/>
          </p:nvPr>
        </p:nvSpPr>
        <p:spPr>
          <a:xfrm>
            <a:off x="1281450" y="35238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One hand moves “up and down”.</a:t>
            </a:r>
            <a:endParaRPr sz="1700"/>
          </a:p>
        </p:txBody>
      </p:sp>
      <p:sp>
        <p:nvSpPr>
          <p:cNvPr id="604" name="Google Shape;604;p70"/>
          <p:cNvSpPr txBox="1"/>
          <p:nvPr>
            <p:ph idx="14" type="subTitle"/>
          </p:nvPr>
        </p:nvSpPr>
        <p:spPr>
          <a:xfrm>
            <a:off x="249150" y="34929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4: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5" name="Google Shape;605;p70"/>
          <p:cNvSpPr/>
          <p:nvPr/>
        </p:nvSpPr>
        <p:spPr>
          <a:xfrm>
            <a:off x="249150" y="41772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06" name="Google Shape;606;p70"/>
          <p:cNvSpPr txBox="1"/>
          <p:nvPr>
            <p:ph idx="3" type="body"/>
          </p:nvPr>
        </p:nvSpPr>
        <p:spPr>
          <a:xfrm>
            <a:off x="1281450" y="43314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see it near the door of many </a:t>
            </a:r>
            <a:r>
              <a:rPr lang="en" sz="1700"/>
              <a:t>restaurants</a:t>
            </a:r>
            <a:r>
              <a:rPr lang="en" sz="1700"/>
              <a:t>.</a:t>
            </a:r>
            <a:endParaRPr sz="1700"/>
          </a:p>
        </p:txBody>
      </p:sp>
      <p:sp>
        <p:nvSpPr>
          <p:cNvPr id="607" name="Google Shape;607;p70"/>
          <p:cNvSpPr txBox="1"/>
          <p:nvPr>
            <p:ph idx="14" type="subTitle"/>
          </p:nvPr>
        </p:nvSpPr>
        <p:spPr>
          <a:xfrm>
            <a:off x="249150" y="43005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5: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"/>
          <p:cNvSpPr txBox="1"/>
          <p:nvPr>
            <p:ph type="title"/>
          </p:nvPr>
        </p:nvSpPr>
        <p:spPr>
          <a:xfrm>
            <a:off x="56200" y="1671975"/>
            <a:ext cx="4287300" cy="793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Instrument Sans"/>
                <a:ea typeface="Instrument Sans"/>
                <a:cs typeface="Instrument Sans"/>
                <a:sym typeface="Instrument Sans"/>
              </a:rPr>
              <a:t>maneki-neko</a:t>
            </a:r>
            <a:endParaRPr b="1" sz="5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13" name="Google Shape;613;p71"/>
          <p:cNvPicPr preferRelativeResize="0"/>
          <p:nvPr/>
        </p:nvPicPr>
        <p:blipFill rotWithShape="1">
          <a:blip r:embed="rId3">
            <a:alphaModFix/>
          </a:blip>
          <a:srcRect b="1812" l="0" r="0" t="1812"/>
          <a:stretch/>
        </p:blipFill>
        <p:spPr>
          <a:xfrm>
            <a:off x="4144200" y="103269"/>
            <a:ext cx="4876800" cy="4819652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1"/>
          <p:cNvSpPr txBox="1"/>
          <p:nvPr>
            <p:ph type="title"/>
          </p:nvPr>
        </p:nvSpPr>
        <p:spPr>
          <a:xfrm>
            <a:off x="437100" y="6271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It is called…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2"/>
          <p:cNvSpPr/>
          <p:nvPr/>
        </p:nvSpPr>
        <p:spPr>
          <a:xfrm>
            <a:off x="249150" y="9468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0" name="Google Shape;620;p72"/>
          <p:cNvSpPr txBox="1"/>
          <p:nvPr>
            <p:ph idx="3" type="body"/>
          </p:nvPr>
        </p:nvSpPr>
        <p:spPr>
          <a:xfrm>
            <a:off x="1281450" y="11010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used to make a wish come true.</a:t>
            </a:r>
            <a:endParaRPr sz="1700"/>
          </a:p>
        </p:txBody>
      </p:sp>
      <p:sp>
        <p:nvSpPr>
          <p:cNvPr id="621" name="Google Shape;621;p72"/>
          <p:cNvSpPr txBox="1"/>
          <p:nvPr>
            <p:ph type="title"/>
          </p:nvPr>
        </p:nvSpPr>
        <p:spPr>
          <a:xfrm>
            <a:off x="2946475" y="0"/>
            <a:ext cx="3366000" cy="7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Quiz #5</a:t>
            </a:r>
            <a:endParaRPr sz="4800">
              <a:highlight>
                <a:schemeClr val="accent2"/>
              </a:highlight>
            </a:endParaRPr>
          </a:p>
        </p:txBody>
      </p:sp>
      <p:sp>
        <p:nvSpPr>
          <p:cNvPr id="622" name="Google Shape;622;p72"/>
          <p:cNvSpPr txBox="1"/>
          <p:nvPr>
            <p:ph idx="14" type="subTitle"/>
          </p:nvPr>
        </p:nvSpPr>
        <p:spPr>
          <a:xfrm>
            <a:off x="249150" y="10701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1: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3" name="Google Shape;623;p72"/>
          <p:cNvSpPr/>
          <p:nvPr/>
        </p:nvSpPr>
        <p:spPr>
          <a:xfrm>
            <a:off x="249150" y="17544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4" name="Google Shape;624;p72"/>
          <p:cNvSpPr txBox="1"/>
          <p:nvPr>
            <p:ph idx="3" type="body"/>
          </p:nvPr>
        </p:nvSpPr>
        <p:spPr>
          <a:xfrm>
            <a:off x="1281450" y="19086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buy it at a temple.</a:t>
            </a:r>
            <a:endParaRPr sz="1700"/>
          </a:p>
        </p:txBody>
      </p:sp>
      <p:sp>
        <p:nvSpPr>
          <p:cNvPr id="625" name="Google Shape;625;p72"/>
          <p:cNvSpPr txBox="1"/>
          <p:nvPr>
            <p:ph idx="14" type="subTitle"/>
          </p:nvPr>
        </p:nvSpPr>
        <p:spPr>
          <a:xfrm>
            <a:off x="249150" y="18777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2: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6" name="Google Shape;626;p72"/>
          <p:cNvSpPr/>
          <p:nvPr/>
        </p:nvSpPr>
        <p:spPr>
          <a:xfrm>
            <a:off x="249150" y="25620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7" name="Google Shape;627;p72"/>
          <p:cNvSpPr txBox="1"/>
          <p:nvPr>
            <p:ph idx="3" type="body"/>
          </p:nvPr>
        </p:nvSpPr>
        <p:spPr>
          <a:xfrm>
            <a:off x="1281450" y="27162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usually small and round.</a:t>
            </a:r>
            <a:endParaRPr sz="1700"/>
          </a:p>
        </p:txBody>
      </p:sp>
      <p:sp>
        <p:nvSpPr>
          <p:cNvPr id="628" name="Google Shape;628;p72"/>
          <p:cNvSpPr txBox="1"/>
          <p:nvPr>
            <p:ph idx="14" type="subTitle"/>
          </p:nvPr>
        </p:nvSpPr>
        <p:spPr>
          <a:xfrm>
            <a:off x="249150" y="26853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3: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29" name="Google Shape;629;p72"/>
          <p:cNvSpPr/>
          <p:nvPr/>
        </p:nvSpPr>
        <p:spPr>
          <a:xfrm>
            <a:off x="249150" y="3369625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0" name="Google Shape;630;p72"/>
          <p:cNvSpPr txBox="1"/>
          <p:nvPr>
            <p:ph idx="3" type="body"/>
          </p:nvPr>
        </p:nvSpPr>
        <p:spPr>
          <a:xfrm>
            <a:off x="1281450" y="35238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has no eyes when it is new.</a:t>
            </a:r>
            <a:endParaRPr sz="1700"/>
          </a:p>
        </p:txBody>
      </p:sp>
      <p:sp>
        <p:nvSpPr>
          <p:cNvPr id="631" name="Google Shape;631;p72"/>
          <p:cNvSpPr txBox="1"/>
          <p:nvPr>
            <p:ph idx="14" type="subTitle"/>
          </p:nvPr>
        </p:nvSpPr>
        <p:spPr>
          <a:xfrm>
            <a:off x="249150" y="34929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4: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2" name="Google Shape;632;p72"/>
          <p:cNvSpPr/>
          <p:nvPr/>
        </p:nvSpPr>
        <p:spPr>
          <a:xfrm>
            <a:off x="249150" y="41772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33" name="Google Shape;633;p72"/>
          <p:cNvSpPr txBox="1"/>
          <p:nvPr>
            <p:ph idx="3" type="body"/>
          </p:nvPr>
        </p:nvSpPr>
        <p:spPr>
          <a:xfrm>
            <a:off x="1281450" y="43314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paint the eyes when your wish comes true.</a:t>
            </a:r>
            <a:endParaRPr sz="1700"/>
          </a:p>
        </p:txBody>
      </p:sp>
      <p:sp>
        <p:nvSpPr>
          <p:cNvPr id="634" name="Google Shape;634;p72"/>
          <p:cNvSpPr txBox="1"/>
          <p:nvPr>
            <p:ph idx="14" type="subTitle"/>
          </p:nvPr>
        </p:nvSpPr>
        <p:spPr>
          <a:xfrm>
            <a:off x="249150" y="43005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5: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3"/>
          <p:cNvSpPr txBox="1"/>
          <p:nvPr>
            <p:ph type="title"/>
          </p:nvPr>
        </p:nvSpPr>
        <p:spPr>
          <a:xfrm>
            <a:off x="56200" y="1671975"/>
            <a:ext cx="4088100" cy="793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Instrument Sans"/>
                <a:ea typeface="Instrument Sans"/>
                <a:cs typeface="Instrument Sans"/>
                <a:sym typeface="Instrument Sans"/>
              </a:rPr>
              <a:t>daruma</a:t>
            </a:r>
            <a:endParaRPr b="1" sz="5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40" name="Google Shape;640;p73"/>
          <p:cNvPicPr preferRelativeResize="0"/>
          <p:nvPr/>
        </p:nvPicPr>
        <p:blipFill rotWithShape="1">
          <a:blip r:embed="rId3">
            <a:alphaModFix/>
          </a:blip>
          <a:srcRect b="593" l="0" r="0" t="583"/>
          <a:stretch/>
        </p:blipFill>
        <p:spPr>
          <a:xfrm>
            <a:off x="4144200" y="103269"/>
            <a:ext cx="4876800" cy="48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73"/>
          <p:cNvSpPr txBox="1"/>
          <p:nvPr>
            <p:ph type="title"/>
          </p:nvPr>
        </p:nvSpPr>
        <p:spPr>
          <a:xfrm>
            <a:off x="437100" y="6271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It is called…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4"/>
          <p:cNvSpPr/>
          <p:nvPr/>
        </p:nvSpPr>
        <p:spPr>
          <a:xfrm>
            <a:off x="249150" y="9468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47" name="Google Shape;647;p74"/>
          <p:cNvSpPr txBox="1"/>
          <p:nvPr>
            <p:ph idx="3" type="body"/>
          </p:nvPr>
        </p:nvSpPr>
        <p:spPr>
          <a:xfrm>
            <a:off x="1281450" y="11010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used when you wear a kimono or yukata.</a:t>
            </a:r>
            <a:endParaRPr sz="1700"/>
          </a:p>
        </p:txBody>
      </p:sp>
      <p:sp>
        <p:nvSpPr>
          <p:cNvPr id="648" name="Google Shape;648;p74"/>
          <p:cNvSpPr txBox="1"/>
          <p:nvPr>
            <p:ph type="title"/>
          </p:nvPr>
        </p:nvSpPr>
        <p:spPr>
          <a:xfrm>
            <a:off x="2946475" y="0"/>
            <a:ext cx="3366000" cy="7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Quiz #6</a:t>
            </a:r>
            <a:endParaRPr sz="4800">
              <a:highlight>
                <a:schemeClr val="accent2"/>
              </a:highlight>
            </a:endParaRPr>
          </a:p>
        </p:txBody>
      </p:sp>
      <p:sp>
        <p:nvSpPr>
          <p:cNvPr id="649" name="Google Shape;649;p74"/>
          <p:cNvSpPr txBox="1"/>
          <p:nvPr>
            <p:ph idx="14" type="subTitle"/>
          </p:nvPr>
        </p:nvSpPr>
        <p:spPr>
          <a:xfrm>
            <a:off x="249150" y="10701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1: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0" name="Google Shape;650;p74"/>
          <p:cNvSpPr/>
          <p:nvPr/>
        </p:nvSpPr>
        <p:spPr>
          <a:xfrm>
            <a:off x="249150" y="17544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1" name="Google Shape;651;p74"/>
          <p:cNvSpPr txBox="1"/>
          <p:nvPr>
            <p:ph idx="3" type="body"/>
          </p:nvPr>
        </p:nvSpPr>
        <p:spPr>
          <a:xfrm>
            <a:off x="1281450" y="19086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buy it at a traditional shoe store.</a:t>
            </a:r>
            <a:endParaRPr sz="1700"/>
          </a:p>
        </p:txBody>
      </p:sp>
      <p:sp>
        <p:nvSpPr>
          <p:cNvPr id="652" name="Google Shape;652;p74"/>
          <p:cNvSpPr txBox="1"/>
          <p:nvPr>
            <p:ph idx="14" type="subTitle"/>
          </p:nvPr>
        </p:nvSpPr>
        <p:spPr>
          <a:xfrm>
            <a:off x="249150" y="18777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2: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3" name="Google Shape;653;p74"/>
          <p:cNvSpPr/>
          <p:nvPr/>
        </p:nvSpPr>
        <p:spPr>
          <a:xfrm>
            <a:off x="249150" y="25620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4" name="Google Shape;654;p74"/>
          <p:cNvSpPr txBox="1"/>
          <p:nvPr>
            <p:ph idx="3" type="body"/>
          </p:nvPr>
        </p:nvSpPr>
        <p:spPr>
          <a:xfrm>
            <a:off x="1281450" y="27162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made of wood.</a:t>
            </a:r>
            <a:endParaRPr sz="1700"/>
          </a:p>
        </p:txBody>
      </p:sp>
      <p:sp>
        <p:nvSpPr>
          <p:cNvPr id="655" name="Google Shape;655;p74"/>
          <p:cNvSpPr txBox="1"/>
          <p:nvPr>
            <p:ph idx="14" type="subTitle"/>
          </p:nvPr>
        </p:nvSpPr>
        <p:spPr>
          <a:xfrm>
            <a:off x="249150" y="26853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3: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6" name="Google Shape;656;p74"/>
          <p:cNvSpPr/>
          <p:nvPr/>
        </p:nvSpPr>
        <p:spPr>
          <a:xfrm>
            <a:off x="249150" y="3369625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7" name="Google Shape;657;p74"/>
          <p:cNvSpPr txBox="1"/>
          <p:nvPr>
            <p:ph idx="3" type="body"/>
          </p:nvPr>
        </p:nvSpPr>
        <p:spPr>
          <a:xfrm>
            <a:off x="1281450" y="35238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very loud when you walk on the street.</a:t>
            </a:r>
            <a:endParaRPr sz="1700"/>
          </a:p>
        </p:txBody>
      </p:sp>
      <p:sp>
        <p:nvSpPr>
          <p:cNvPr id="658" name="Google Shape;658;p74"/>
          <p:cNvSpPr txBox="1"/>
          <p:nvPr>
            <p:ph idx="14" type="subTitle"/>
          </p:nvPr>
        </p:nvSpPr>
        <p:spPr>
          <a:xfrm>
            <a:off x="249150" y="34929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4: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59" name="Google Shape;659;p74"/>
          <p:cNvSpPr/>
          <p:nvPr/>
        </p:nvSpPr>
        <p:spPr>
          <a:xfrm>
            <a:off x="249150" y="41772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60" name="Google Shape;660;p74"/>
          <p:cNvSpPr txBox="1"/>
          <p:nvPr>
            <p:ph idx="3" type="body"/>
          </p:nvPr>
        </p:nvSpPr>
        <p:spPr>
          <a:xfrm>
            <a:off x="1281450" y="43314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They are traditional japanese </a:t>
            </a:r>
            <a:r>
              <a:rPr lang="en" sz="1700"/>
              <a:t>sandals</a:t>
            </a:r>
            <a:r>
              <a:rPr lang="en" sz="1700"/>
              <a:t>.</a:t>
            </a:r>
            <a:endParaRPr sz="1700"/>
          </a:p>
        </p:txBody>
      </p:sp>
      <p:sp>
        <p:nvSpPr>
          <p:cNvPr id="661" name="Google Shape;661;p74"/>
          <p:cNvSpPr txBox="1"/>
          <p:nvPr>
            <p:ph idx="14" type="subTitle"/>
          </p:nvPr>
        </p:nvSpPr>
        <p:spPr>
          <a:xfrm>
            <a:off x="249150" y="43005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5: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5"/>
          <p:cNvSpPr txBox="1"/>
          <p:nvPr>
            <p:ph type="title"/>
          </p:nvPr>
        </p:nvSpPr>
        <p:spPr>
          <a:xfrm>
            <a:off x="56200" y="1671975"/>
            <a:ext cx="4088100" cy="793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Instrument Sans"/>
                <a:ea typeface="Instrument Sans"/>
                <a:cs typeface="Instrument Sans"/>
                <a:sym typeface="Instrument Sans"/>
              </a:rPr>
              <a:t>geta</a:t>
            </a:r>
            <a:endParaRPr b="1" sz="5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67" name="Google Shape;667;p75"/>
          <p:cNvPicPr preferRelativeResize="0"/>
          <p:nvPr/>
        </p:nvPicPr>
        <p:blipFill rotWithShape="1">
          <a:blip r:embed="rId3">
            <a:alphaModFix/>
          </a:blip>
          <a:srcRect b="593" l="0" r="0" t="583"/>
          <a:stretch/>
        </p:blipFill>
        <p:spPr>
          <a:xfrm>
            <a:off x="4144200" y="103269"/>
            <a:ext cx="4876799" cy="4819652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75"/>
          <p:cNvSpPr txBox="1"/>
          <p:nvPr>
            <p:ph type="title"/>
          </p:nvPr>
        </p:nvSpPr>
        <p:spPr>
          <a:xfrm>
            <a:off x="437100" y="6271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It is called…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6"/>
          <p:cNvSpPr/>
          <p:nvPr/>
        </p:nvSpPr>
        <p:spPr>
          <a:xfrm>
            <a:off x="249150" y="9468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4" name="Google Shape;674;p76"/>
          <p:cNvSpPr txBox="1"/>
          <p:nvPr>
            <p:ph idx="3" type="body"/>
          </p:nvPr>
        </p:nvSpPr>
        <p:spPr>
          <a:xfrm>
            <a:off x="1281450" y="11010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used when you want to protect your floors.</a:t>
            </a:r>
            <a:endParaRPr sz="1700"/>
          </a:p>
        </p:txBody>
      </p:sp>
      <p:sp>
        <p:nvSpPr>
          <p:cNvPr id="675" name="Google Shape;675;p76"/>
          <p:cNvSpPr txBox="1"/>
          <p:nvPr>
            <p:ph type="title"/>
          </p:nvPr>
        </p:nvSpPr>
        <p:spPr>
          <a:xfrm>
            <a:off x="2946475" y="0"/>
            <a:ext cx="3366000" cy="76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Quiz #7</a:t>
            </a:r>
            <a:endParaRPr sz="4800">
              <a:highlight>
                <a:schemeClr val="accent2"/>
              </a:highlight>
            </a:endParaRPr>
          </a:p>
        </p:txBody>
      </p:sp>
      <p:sp>
        <p:nvSpPr>
          <p:cNvPr id="676" name="Google Shape;676;p76"/>
          <p:cNvSpPr txBox="1"/>
          <p:nvPr>
            <p:ph idx="14" type="subTitle"/>
          </p:nvPr>
        </p:nvSpPr>
        <p:spPr>
          <a:xfrm>
            <a:off x="249150" y="10701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1: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7" name="Google Shape;677;p76"/>
          <p:cNvSpPr/>
          <p:nvPr/>
        </p:nvSpPr>
        <p:spPr>
          <a:xfrm>
            <a:off x="249150" y="17544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78" name="Google Shape;678;p76"/>
          <p:cNvSpPr txBox="1"/>
          <p:nvPr>
            <p:ph idx="3" type="body"/>
          </p:nvPr>
        </p:nvSpPr>
        <p:spPr>
          <a:xfrm>
            <a:off x="1281450" y="19086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can buy it at a traditional home store.</a:t>
            </a:r>
            <a:endParaRPr sz="1700"/>
          </a:p>
        </p:txBody>
      </p:sp>
      <p:sp>
        <p:nvSpPr>
          <p:cNvPr id="679" name="Google Shape;679;p76"/>
          <p:cNvSpPr txBox="1"/>
          <p:nvPr>
            <p:ph idx="14" type="subTitle"/>
          </p:nvPr>
        </p:nvSpPr>
        <p:spPr>
          <a:xfrm>
            <a:off x="249150" y="18777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2: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80" name="Google Shape;680;p76"/>
          <p:cNvSpPr/>
          <p:nvPr/>
        </p:nvSpPr>
        <p:spPr>
          <a:xfrm>
            <a:off x="249150" y="25620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81" name="Google Shape;681;p76"/>
          <p:cNvSpPr txBox="1"/>
          <p:nvPr>
            <p:ph idx="3" type="body"/>
          </p:nvPr>
        </p:nvSpPr>
        <p:spPr>
          <a:xfrm>
            <a:off x="1281450" y="27162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is made from dried rush grass.</a:t>
            </a:r>
            <a:endParaRPr sz="1700"/>
          </a:p>
        </p:txBody>
      </p:sp>
      <p:sp>
        <p:nvSpPr>
          <p:cNvPr id="682" name="Google Shape;682;p76"/>
          <p:cNvSpPr txBox="1"/>
          <p:nvPr>
            <p:ph idx="14" type="subTitle"/>
          </p:nvPr>
        </p:nvSpPr>
        <p:spPr>
          <a:xfrm>
            <a:off x="249150" y="26853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3: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83" name="Google Shape;683;p76"/>
          <p:cNvSpPr/>
          <p:nvPr/>
        </p:nvSpPr>
        <p:spPr>
          <a:xfrm>
            <a:off x="249150" y="3369625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84" name="Google Shape;684;p76"/>
          <p:cNvSpPr txBox="1"/>
          <p:nvPr>
            <p:ph idx="3" type="body"/>
          </p:nvPr>
        </p:nvSpPr>
        <p:spPr>
          <a:xfrm>
            <a:off x="1281450" y="35238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It smells very unique, green, and fresh.</a:t>
            </a:r>
            <a:endParaRPr sz="1700"/>
          </a:p>
        </p:txBody>
      </p:sp>
      <p:sp>
        <p:nvSpPr>
          <p:cNvPr id="685" name="Google Shape;685;p76"/>
          <p:cNvSpPr txBox="1"/>
          <p:nvPr>
            <p:ph idx="14" type="subTitle"/>
          </p:nvPr>
        </p:nvSpPr>
        <p:spPr>
          <a:xfrm>
            <a:off x="249150" y="34929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4: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86" name="Google Shape;686;p76"/>
          <p:cNvSpPr/>
          <p:nvPr/>
        </p:nvSpPr>
        <p:spPr>
          <a:xfrm>
            <a:off x="249150" y="4177226"/>
            <a:ext cx="8645700" cy="682800"/>
          </a:xfrm>
          <a:prstGeom prst="roundRect">
            <a:avLst>
              <a:gd fmla="val 1134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687" name="Google Shape;687;p76"/>
          <p:cNvSpPr txBox="1"/>
          <p:nvPr>
            <p:ph idx="3" type="body"/>
          </p:nvPr>
        </p:nvSpPr>
        <p:spPr>
          <a:xfrm>
            <a:off x="1281450" y="4331425"/>
            <a:ext cx="7613400" cy="3744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You must take off your shoes to walk on it.</a:t>
            </a:r>
            <a:endParaRPr sz="1700"/>
          </a:p>
        </p:txBody>
      </p:sp>
      <p:sp>
        <p:nvSpPr>
          <p:cNvPr id="688" name="Google Shape;688;p76"/>
          <p:cNvSpPr txBox="1"/>
          <p:nvPr>
            <p:ph idx="14" type="subTitle"/>
          </p:nvPr>
        </p:nvSpPr>
        <p:spPr>
          <a:xfrm>
            <a:off x="249150" y="4300525"/>
            <a:ext cx="1440600" cy="4362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Instrument Sans"/>
                <a:ea typeface="Instrument Sans"/>
                <a:cs typeface="Instrument Sans"/>
                <a:sym typeface="Instrument Sans"/>
              </a:rPr>
              <a:t>Hint 5:</a:t>
            </a:r>
            <a:endParaRPr b="1" sz="24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7"/>
          <p:cNvSpPr txBox="1"/>
          <p:nvPr>
            <p:ph type="title"/>
          </p:nvPr>
        </p:nvSpPr>
        <p:spPr>
          <a:xfrm>
            <a:off x="56200" y="1671975"/>
            <a:ext cx="4088100" cy="793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latin typeface="Instrument Sans"/>
                <a:ea typeface="Instrument Sans"/>
                <a:cs typeface="Instrument Sans"/>
                <a:sym typeface="Instrument Sans"/>
              </a:rPr>
              <a:t>tatami</a:t>
            </a:r>
            <a:endParaRPr b="1" sz="5000"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694" name="Google Shape;694;p77"/>
          <p:cNvPicPr preferRelativeResize="0"/>
          <p:nvPr/>
        </p:nvPicPr>
        <p:blipFill rotWithShape="1">
          <a:blip r:embed="rId3">
            <a:alphaModFix/>
          </a:blip>
          <a:srcRect b="593" l="0" r="0" t="583"/>
          <a:stretch/>
        </p:blipFill>
        <p:spPr>
          <a:xfrm>
            <a:off x="4144200" y="103269"/>
            <a:ext cx="4876800" cy="4819651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77"/>
          <p:cNvSpPr txBox="1"/>
          <p:nvPr>
            <p:ph type="title"/>
          </p:nvPr>
        </p:nvSpPr>
        <p:spPr>
          <a:xfrm>
            <a:off x="437100" y="6271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It is called…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