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A164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486400" cy="5486400"/>
          </a:xfrm>
          <a:prstGeom prst="ellipse">
            <a:avLst/>
          </a:prstGeom>
          <a:solidFill>
            <a:srgbClr val="2A1640"/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960120"/>
            <a:ext cx="1371600" cy="1371600"/>
          </a:xfrm>
          <a:prstGeom prst="ellipse">
            <a:avLst/>
          </a:prstGeom>
          <a:solidFill>
            <a:srgbClr val="2A1640"/>
          </a:solidFill>
          <a:ln w="25400">
            <a:solidFill>
              <a:srgbClr val="E0A8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1430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14600"/>
            <a:ext cx="11277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SECRET CODE GAME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ひみつコードゲーム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9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 Go! 3  ―  Unit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48920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your partner's secret plan — all in English!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相手のひみつの予定を、英語で当てよう！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What Is This Game?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このゲームは、どんなゲーム？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68680" cy="86868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secretly chooses a Day + Action + Time.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combination is your SECRET CODE.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45920" y="22860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曜日・すること・時間を1つずつ選んで、自分だけの「ひみつコード」を作ります。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868680" cy="86868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735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0175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turns guessing your partner's code 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full English sentences!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45920" y="37490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英語の文を作って、交代で相手のコードを当てっこします！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41732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DDEB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046720" y="1417320"/>
            <a:ext cx="960120" cy="118872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/>
        </p:spPr>
      </p:sp>
      <p:sp>
        <p:nvSpPr>
          <p:cNvPr id="14" name="Text 10"/>
          <p:cNvSpPr/>
          <p:nvPr/>
        </p:nvSpPr>
        <p:spPr>
          <a:xfrm>
            <a:off x="8046720" y="141732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046720" y="207568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曜日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098280" y="14173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046720" y="283464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E2EFD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2834640"/>
            <a:ext cx="960120" cy="1188720"/>
          </a:xfrm>
          <a:prstGeom prst="roundRect">
            <a:avLst>
              <a:gd name="adj" fmla="val 11429"/>
            </a:avLst>
          </a:prstGeom>
          <a:solidFill>
            <a:srgbClr val="548235"/>
          </a:solidFill>
          <a:ln/>
        </p:spPr>
      </p:sp>
      <p:sp>
        <p:nvSpPr>
          <p:cNvPr id="19" name="Text 15"/>
          <p:cNvSpPr/>
          <p:nvPr/>
        </p:nvSpPr>
        <p:spPr>
          <a:xfrm>
            <a:off x="8046720" y="28346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046720" y="349300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すること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098280" y="28346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046720" y="42519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CE4D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0" y="4251960"/>
            <a:ext cx="960120" cy="1188720"/>
          </a:xfrm>
          <a:prstGeom prst="roundRect">
            <a:avLst>
              <a:gd name="adj" fmla="val 11429"/>
            </a:avLst>
          </a:prstGeom>
          <a:solidFill>
            <a:srgbClr val="C55A11"/>
          </a:solidFill>
          <a:ln/>
        </p:spPr>
      </p:sp>
      <p:sp>
        <p:nvSpPr>
          <p:cNvPr id="24" name="Text 20"/>
          <p:cNvSpPr/>
          <p:nvPr/>
        </p:nvSpPr>
        <p:spPr>
          <a:xfrm>
            <a:off x="8046720" y="425196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TIME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046720" y="49103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098280" y="42519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1 : Make Your Secret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ステップ1：ひみつコードを作ろう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DAY 曜日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15258" cy="2313432"/>
          </a:xfrm>
          <a:prstGeom prst="roundRect">
            <a:avLst>
              <a:gd name="adj" fmla="val 3162"/>
            </a:avLst>
          </a:prstGeom>
          <a:solidFill>
            <a:srgbClr val="DDEB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31720"/>
            <a:ext cx="305805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Friday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Sunday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548235"/>
          </a:solidFill>
          <a:ln/>
        </p:spPr>
      </p:sp>
      <p:sp>
        <p:nvSpPr>
          <p:cNvPr id="9" name="Text 7"/>
          <p:cNvSpPr/>
          <p:nvPr/>
        </p:nvSpPr>
        <p:spPr>
          <a:xfrm>
            <a:off x="4338218" y="1554480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ACTION すること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8218" y="2121408"/>
            <a:ext cx="3515258" cy="2313432"/>
          </a:xfrm>
          <a:prstGeom prst="roundRect">
            <a:avLst>
              <a:gd name="adj" fmla="val 3162"/>
            </a:avLst>
          </a:prstGeom>
          <a:solidFill>
            <a:srgbClr val="E2EFD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6818" y="2331720"/>
            <a:ext cx="305805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Universal Studios Japan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a whole watermelon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8127797" y="1554480"/>
            <a:ext cx="3515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TIME 時間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797" y="2121408"/>
            <a:ext cx="3515258" cy="2313432"/>
          </a:xfrm>
          <a:prstGeom prst="roundRect">
            <a:avLst>
              <a:gd name="adj" fmla="val 3162"/>
            </a:avLst>
          </a:prstGeom>
          <a:solidFill>
            <a:srgbClr val="FCE4D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6397" y="2331720"/>
            <a:ext cx="305805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 a.m.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p.m.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640080" cy="64008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965192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4754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 each column. Write it secretly — don't show your partner!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それぞれ1つずつ選んで、ひみつで紙に書きましょう（相手に見せないで！）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2 : Turn It Into a Sentence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ステップ2：文にして言おう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A3A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536192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[Day]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 </a:t>
            </a:r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3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6A3A9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87752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[Day]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 </a:t>
            </a:r>
            <a:pPr indent="0" marL="0">
              <a:buNone/>
            </a:pPr>
            <a:r>
              <a:rPr lang="en-US" sz="1300" b="1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3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6A3A9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639312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</a:t>
            </a:r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[Day]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[Time]</a:t>
            </a:r>
            <a:pPr indent="0" marL="0">
              <a:buNone/>
            </a:pPr>
            <a:r>
              <a:rPr lang="en-US" sz="15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41648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  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going to </a:t>
            </a:r>
            <a:pPr indent="0" marL="0">
              <a:buNone/>
            </a:pPr>
            <a:r>
              <a:rPr lang="en-US" sz="13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300" b="1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pPr indent="0" marL="0">
              <a:buNone/>
            </a:pPr>
            <a:r>
              <a:rPr lang="en-US" sz="13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order is OK — A, B, or C!  </a:t>
            </a:r>
            <a:endParaRPr lang="en-US" sz="140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順番はA・B・Cどれでも大丈夫です！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3 : Score Your Partner's Guess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ステップ3：相手のヒントを出そう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7373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word, correct spot!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言葉も場所も合っている！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291840"/>
            <a:ext cx="594360" cy="59436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1546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word is in the code, but the wrong spot.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言葉は合っているが、場所がちがう。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709160"/>
            <a:ext cx="594360" cy="5943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45720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word is not in the code at all.</a:t>
            </a:r>
            <a:endParaRPr lang="en-US" sz="16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その言葉はコードに入っていない。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pen or colored pencil to fill in a circle for every guess!  ペンや色えんぴつで丸をぬろう！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STEP 4 : Guess, Score, Repeat!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ステップ4：当たるまでくり返そう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6588" y="173736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3828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852" y="2157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 guess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802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文を言う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28" y="24231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66948" y="173736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44188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12" y="215798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8388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scores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circles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55838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相手がヒント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24231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47308" y="173736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124548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572" y="2157984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38748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3874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記録する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048" y="242316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227668" y="173736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10004908" y="196596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6932" y="2157984"/>
            <a:ext cx="438912" cy="43891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19108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again!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319108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また当てる！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3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until every circle is BLACK — that means CODE CRACKED! 🎉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全部黒の丸になったら、コードを当てたということ！おめでとう！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Need More Guesses?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書くところがなくなったら？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01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round's log has 6 rows — plenty for most games!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1ラウンドに6回分の欄があります。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192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30632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 cracked it? Grab a SPARE SHEET of paper and copy the same table.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まだ当たらない時は、予備の紙に同じ表を書きましょう。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3659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4805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keep the guess numbers going — 7, 8, 9…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番号は7、8、9…と続けて書いてください。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spare paper is ever wasted on a good mystery! 🕵️  紙が足りなくても大丈夫！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Let's Try an Example!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れい：やってみよう！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6A3A9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Partner's Secret Code:  </a:t>
            </a:r>
            <a:pPr indent="0" marL="0">
              <a:buNone/>
            </a:pPr>
            <a:r>
              <a:rPr lang="en-US" sz="15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500" b="1" dirty="0">
                <a:solidFill>
                  <a:srgbClr val="E2E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500" b="1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p.m.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95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1: </a:t>
            </a:r>
            <a:pPr indent="0" marL="0"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Friday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45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 p.m.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971800"/>
            <a:ext cx="384048" cy="384048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971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239572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6A3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black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i="1" dirty="0">
                <a:solidFill>
                  <a:srgbClr val="6A3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is right! 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EE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0448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2: </a:t>
            </a:r>
            <a:pPr indent="0" marL="0">
              <a:buNone/>
            </a:pPr>
            <a:r>
              <a:rPr lang="en-US" sz="14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 am going to </a:t>
            </a:r>
            <a:pPr indent="0" marL="0">
              <a:buNone/>
            </a:pPr>
            <a:r>
              <a:rPr lang="en-US" sz="145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aquarium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 p.m.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480560"/>
            <a:ext cx="384048" cy="384048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80160" y="4480560"/>
            <a:ext cx="384048" cy="384048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4480560"/>
            <a:ext cx="384048" cy="384048"/>
          </a:xfrm>
          <a:prstGeom prst="ellipse">
            <a:avLst/>
          </a:prstGeom>
          <a:solidFill>
            <a:srgbClr val="1A1A1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390448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i="1" dirty="0">
                <a:solidFill>
                  <a:srgbClr val="6A3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black —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i="1" dirty="0">
                <a:solidFill>
                  <a:srgbClr val="6A3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CRACKED! 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color shows the feedback: black circle = correct, white circle = not in the code.  黒＝正解、白＝ハズレ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3A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Rounds &amp; Winning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ラウンドと勝ち方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544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3 rounds. Each round, both players write a NEW secret code.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全部で3ラウンド。ラウンドごとに新しいひみつコードを書きます。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2783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971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turns guessing — first you guess, then your partner guesses.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交代で当てっこ：あなた→相手→あなた…の順番。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F4EEFA"/>
          </a:solidFill>
          <a:ln w="19050">
            <a:solidFill>
              <a:srgbClr val="6A3A9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645152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4389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cracks the code in the fewest guesses wins that round!</a:t>
            </a:r>
            <a:endParaRPr lang="en-US" sz="155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少ない回数でコードを当てた人が、そのラウンドの勝ち！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Code Game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2A164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828800"/>
            <a:ext cx="4572000" cy="4572000"/>
          </a:xfrm>
          <a:prstGeom prst="ellipse">
            <a:avLst/>
          </a:prstGeom>
          <a:solidFill>
            <a:srgbClr val="2A16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だいじなポイント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2A16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103120"/>
            <a:ext cx="594360" cy="59436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1F5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80136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secret code (Day + Action + Time) and keep it hidden.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D9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ひみつコードを作って、かくす。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2A1640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03120"/>
            <a:ext cx="594360" cy="59436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1F5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69480" y="180136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with a full English sentence, using Pattern A, B, or C.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D9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英語の文で当てる（A・B・CどれでもOK）。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2A1640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40480"/>
            <a:ext cx="594360" cy="59436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1F5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53872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guess: black = correct, red = wrong spot, blank = not in code.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D9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黒＝正解、赤＝場所ちがい、白＝ハズレ。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4290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2A16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840480"/>
            <a:ext cx="594360" cy="594360"/>
          </a:xfrm>
          <a:prstGeom prst="ellipse">
            <a:avLst/>
          </a:prstGeom>
          <a:solidFill>
            <a:srgbClr val="E0A8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1F5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3538728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guessing and logging until you get all black!</a:t>
            </a:r>
            <a:endParaRPr lang="en-US" sz="1300" dirty="0"/>
          </a:p>
          <a:p>
            <a:pPr indent="0" marL="0">
              <a:buNone/>
            </a:pPr>
            <a:r>
              <a:rPr lang="en-US" sz="1150" i="1" dirty="0">
                <a:solidFill>
                  <a:srgbClr val="D9C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全部黒になるまでくり返す！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8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Have fun and good luck, detectives! 🕵️  たのしんでね！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 Code Game - How to Play</dc:title>
  <dc:subject>PptxGenJS Presentation</dc:subject>
  <dc:creator>Secret Code Game</dc:creator>
  <cp:lastModifiedBy>Secret Code Game</cp:lastModifiedBy>
  <cp:revision>1</cp:revision>
  <dcterms:created xsi:type="dcterms:W3CDTF">2026-07-08T01:13:17Z</dcterms:created>
  <dcterms:modified xsi:type="dcterms:W3CDTF">2026-07-08T01:13:17Z</dcterms:modified>
</cp:coreProperties>
</file>