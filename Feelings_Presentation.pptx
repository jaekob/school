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Warm-up: greet the class with 'Hello! How are you today?' and let a few students answer before starting the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happy!" twice, then have students repeat as a class, then in pairs. Japanese gloss: うれしい.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sad." twice, then have students repeat as a class, then in pairs. Japanese gloss: かなしい.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fine, thank you!" twice, then have students repeat as a class, then in pairs. Japanese gloss: げんき.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tired." twice, then have students repeat as a class, then in pairs. Japanese gloss: つかれた.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hungry." twice, then have students repeat as a class, then in pairs. Japanese gloss: おなかがすいた.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thirsty." twice, then have students repeat as a class, then in pairs. Japanese gloss: のどがかわいた.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angry!" twice, then have students repeat as a class, then in pairs. Japanese gloss: おこっている.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the sentence "I'm sleepy." twice, then have students repeat as a class, then in pairs. Japanese gloss: ねむい.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each icon at random and ask 'How are you?' - students answer with the matching sentence 'I'm ___.'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asking a few students the question one more time before ending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411480" cy="41148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457200"/>
            <a:ext cx="411480" cy="41148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297680"/>
            <a:ext cx="411480" cy="41148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5" name="Shape 3"/>
          <p:cNvSpPr/>
          <p:nvPr/>
        </p:nvSpPr>
        <p:spPr>
          <a:xfrm>
            <a:off x="8321040" y="4206240"/>
            <a:ext cx="411480" cy="411480"/>
          </a:xfrm>
          <a:prstGeom prst="ellipse">
            <a:avLst/>
          </a:prstGeom>
          <a:solidFill>
            <a:srgbClr val="9B87C4"/>
          </a:solidFill>
          <a:ln/>
        </p:spPr>
      </p:sp>
      <p:sp>
        <p:nvSpPr>
          <p:cNvPr id="6" name="Shape 4"/>
          <p:cNvSpPr/>
          <p:nvPr/>
        </p:nvSpPr>
        <p:spPr>
          <a:xfrm>
            <a:off x="1463040" y="4480560"/>
            <a:ext cx="411480" cy="41148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0" y="822960"/>
            <a:ext cx="411480" cy="41148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237744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9" name="Shape 7"/>
          <p:cNvSpPr/>
          <p:nvPr/>
        </p:nvSpPr>
        <p:spPr>
          <a:xfrm>
            <a:off x="8412480" y="2651760"/>
            <a:ext cx="411480" cy="41148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Are You Feeling?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気持ちを英語で言ってみよう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9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Unit: Feelings  |  Grade 2 English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FFF6E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😊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うれしい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C1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FFF6E3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happy!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E4EEF9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😢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かなしい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E4EEF9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sad.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E9F8E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🙂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げんき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E9F8EF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fine, thank you!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F0ED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9B87C4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🥱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つかれた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9B87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F0ED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tired.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FFEEE3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😋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おなかがすいた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FFEEE3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hungry.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E4F8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🥤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のどがかわいた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Thirsty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E4F8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thirsty.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FBE4E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😠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おこっている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FBE4E2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angry!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3108960" cy="4114800"/>
          </a:xfrm>
          <a:prstGeom prst="roundRect">
            <a:avLst>
              <a:gd name="adj" fmla="val 5294"/>
            </a:avLst>
          </a:prstGeom>
          <a:solidFill>
            <a:srgbClr val="E7E9F6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60120" y="914400"/>
            <a:ext cx="2286000" cy="228600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914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dirty="0">
                <a:solidFill>
                  <a:srgbClr val="000000"/>
                </a:solidFill>
              </a:rPr>
              <a:t>😴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ねむい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77640" y="11887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Sleepy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3977640" y="2514600"/>
            <a:ext cx="4617720" cy="1371600"/>
          </a:xfrm>
          <a:prstGeom prst="roundRect">
            <a:avLst>
              <a:gd name="adj" fmla="val 10000"/>
            </a:avLst>
          </a:prstGeom>
          <a:solidFill>
            <a:srgbClr val="E7E9F6"/>
          </a:solidFill>
          <a:ln/>
        </p:spPr>
      </p:sp>
      <p:sp>
        <p:nvSpPr>
          <p:cNvPr id="9" name="Text 7"/>
          <p:cNvSpPr/>
          <p:nvPr/>
        </p:nvSpPr>
        <p:spPr>
          <a:xfrm>
            <a:off x="4206240" y="25146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sleepy.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977640" y="416052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B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point to your face and say the sentence together!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Practice!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 friend: "How are you?"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051560" cy="105156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😊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11480" y="2770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43200" y="1691640"/>
            <a:ext cx="1051560" cy="10515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😢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377440" y="2770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09160" y="1691640"/>
            <a:ext cx="1051560" cy="1051560"/>
          </a:xfrm>
          <a:prstGeom prst="ellipse">
            <a:avLst/>
          </a:prstGeom>
          <a:solidFill>
            <a:srgbClr val="6FCF97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🙂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43400" y="2770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1691640"/>
            <a:ext cx="1051560" cy="1051560"/>
          </a:xfrm>
          <a:prstGeom prst="ellipse">
            <a:avLst/>
          </a:prstGeom>
          <a:solidFill>
            <a:srgbClr val="9B87C4"/>
          </a:solidFill>
          <a:ln/>
        </p:spPr>
      </p:sp>
      <p:sp>
        <p:nvSpPr>
          <p:cNvPr id="14" name="Text 12"/>
          <p:cNvSpPr/>
          <p:nvPr/>
        </p:nvSpPr>
        <p:spPr>
          <a:xfrm>
            <a:off x="6675120" y="169164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🥱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309360" y="2770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77240" y="3383280"/>
            <a:ext cx="1051560" cy="1051560"/>
          </a:xfrm>
          <a:prstGeom prst="ellipse">
            <a:avLst/>
          </a:prstGeom>
          <a:solidFill>
            <a:srgbClr val="FF8C42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83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😋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411480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743200" y="3383280"/>
            <a:ext cx="1051560" cy="1051560"/>
          </a:xfrm>
          <a:prstGeom prst="ellipse">
            <a:avLst/>
          </a:prstGeom>
          <a:solidFill>
            <a:srgbClr val="4ECDC4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0" y="3383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🥤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2377440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Thirsty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09160" y="3383280"/>
            <a:ext cx="1051560" cy="105156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9160" y="3383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😠</a:t>
            </a:r>
            <a:endParaRPr lang="en-US" sz="5200" dirty="0"/>
          </a:p>
        </p:txBody>
      </p:sp>
      <p:sp>
        <p:nvSpPr>
          <p:cNvPr id="24" name="Text 22"/>
          <p:cNvSpPr/>
          <p:nvPr/>
        </p:nvSpPr>
        <p:spPr>
          <a:xfrm>
            <a:off x="4343400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Angry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675120" y="3383280"/>
            <a:ext cx="1051560" cy="1051560"/>
          </a:xfrm>
          <a:prstGeom prst="ellipse">
            <a:avLst/>
          </a:prstGeom>
          <a:solidFill>
            <a:srgbClr val="5C6BC0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38328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😴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309360" y="446227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3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E34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60" y="502920"/>
            <a:ext cx="1554480" cy="1554480"/>
          </a:xfrm>
          <a:prstGeom prst="ellipse">
            <a:avLst/>
          </a:prstGeom>
          <a:solidFill>
            <a:srgbClr val="FFC145"/>
          </a:solidFill>
          <a:ln/>
        </p:spPr>
      </p:sp>
      <p:sp>
        <p:nvSpPr>
          <p:cNvPr id="3" name="Text 1"/>
          <p:cNvSpPr/>
          <p:nvPr/>
        </p:nvSpPr>
        <p:spPr>
          <a:xfrm>
            <a:off x="3794760" y="50292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😊</a:t>
            </a:r>
            <a:endParaRPr lang="en-US" sz="70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Job, Everyone!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"How are you?"  -&gt;  "I'm ___."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Feelings - How Are You?</dc:title>
  <dc:subject>PptxGenJS Presentation</dc:subject>
  <dc:creator>Nygdb</dc:creator>
  <cp:lastModifiedBy>Nygdb</cp:lastModifiedBy>
  <cp:revision>1</cp:revision>
  <dcterms:created xsi:type="dcterms:W3CDTF">2026-07-09T04:32:52Z</dcterms:created>
  <dcterms:modified xsi:type="dcterms:W3CDTF">2026-07-09T04:32:52Z</dcterms:modified>
</cp:coreProperties>
</file>